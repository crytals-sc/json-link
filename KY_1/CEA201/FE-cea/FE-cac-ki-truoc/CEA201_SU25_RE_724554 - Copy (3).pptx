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A4A3-8209-C1EB-13FF-3361604D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CDF06-ED9F-318A-13FF-FA0B37079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424A2-4C82-5EAC-A9C7-531178B7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0DAFD-B611-F06A-CA6B-333D42A5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50B6-A779-2DCB-3214-85D64BDE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525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29D0A-00EC-1941-5E2A-660DD8F2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1CA5-FA78-72A4-B0B0-AEB1F37E9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4E12B-B201-B8F9-AC24-FF0D2B6B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1CA28-DA9D-17CC-708E-6268649A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5D3FD-0AD1-C798-859A-A0EC9E07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82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C2DA-FFFC-4B9B-8A49-0DB944E4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EFC69-E5C8-C80C-6C3A-713ACC90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B8A6-82BB-F1BC-2500-617BF6EE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50E4-1105-7B6D-4B2F-8DC4A8AC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0934-7AA8-4C16-8412-64511E15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09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95F3-C23B-41B6-83F9-4D91B2A7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7ADC-91AC-6A99-091F-A88E77C84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6B6FA-3574-D341-6E47-2505BEB23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53A00-A7A6-886C-7E6F-05130BE8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1917B-A375-7A93-C7B8-5C2EB2F9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BD42E-8A33-0567-EFB0-D8F10E2F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464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229B-4C3E-D098-6291-BC00E065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CF088-3F78-940E-6029-8C63646DE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E0C26-7C83-A03D-8990-1D35B5F82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E11B4-9170-3AF3-A339-DE75C987F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E476E-6E99-2799-C5C6-BE77A8A76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E9425-A244-36D5-323E-993B3A40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62764-AFC4-F652-205C-82D59349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0EFF3-FB89-2679-3DF3-F699132B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355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5592-7D06-5E41-BF3B-AB7C82EA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0C403-C7D8-6CFA-E422-3827DB8C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9EF01-867D-24B0-4295-497E3DCF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4CDA2-521B-2CC6-0C7A-A33306A0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48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753E2-477C-3093-5503-59677B49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B558A-230C-B3D0-6EB1-6C7565D5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88D01-54A5-5284-2314-199AA190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991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E91E-9292-A795-80A4-804C3F70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B42A2-6B80-7737-6A41-9E5515589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EBBD7-1280-6581-E436-33E3FA038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83552-1BC1-628B-3B4D-2EB125B5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F0BD8-8350-5EC9-E852-9F930D4B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5AA51-E65A-A6A2-FA51-604B9BE0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405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7DC8-1622-9B55-E397-E30042B9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14A41-DAC8-45B8-B2B5-C80CFE92D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5E548-F50F-C8A0-8F85-B3DC8CA78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9FDC7-F3B8-BB5D-8494-5D22688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99702-DD65-6D3C-1B52-BF123403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856D8-7312-2A51-5983-363753B4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631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C6C5-1DC1-C153-A426-7A45E494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3DA66-2DB3-87D6-2590-0098828AD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AD1C-C418-ABEB-6D50-1F1F509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6402-EDDE-6DCF-A710-F9C761AD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92808-6D6F-9C04-F63A-C66D7F66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50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E5424-C975-35D2-4A0B-D49966897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B33FF-D571-2080-0C4B-0F2AD8808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770D-8533-8276-1DC9-9C719B0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73189-9AD3-97D0-4C0F-CAB5459F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79F12-59D3-EE64-55FB-57351245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272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A40C6-D074-4FA1-08CD-2E4EED20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5F910-CA47-985F-EE6F-CAC69AF76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A568-E93C-7316-7953-54C954502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40C40-0585-4C16-9F7B-8F29FD24D560}" type="datetimeFigureOut">
              <a:rPr lang="vi-VN" smtClean="0"/>
              <a:t>11/11/2025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6193F-FE75-FC82-1C42-5C4CC7C45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AB2A6-DAD3-2BB5-89CB-7944672B2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E98CD-E7FA-4265-88A1-A65A56D08AF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26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8E1B-E770-6736-4DAA-46C5D5853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2E1A4-F7BA-99FF-3ACF-199594E4E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105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EF72-9B42-93E1-F968-9D0CF4BA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23ED-E932-BEE4-8CB3-D0E7AA72F8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E15F6-6E66-585B-957F-075637AAE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412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67D1-4F81-AB66-2092-CAC3624B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81C6-194B-ACC1-CA4D-C1DC7FDB7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A11EF-C559-3879-942F-26D13379F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553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31CD-1CC6-532F-495E-D38B406C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43B1-2315-6F90-DA78-C0ADAD18E3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9D965-4FA0-6748-9A6A-BAEBA8172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155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CE7F-7E2F-C981-08E6-550A46B8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98C4-B453-17F4-C430-3757546FE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FB82A-EFB6-AF8D-34F8-D9E4E2F6C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159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27C3-C3D3-C644-E497-708DAEE4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06AB-4EE1-E08C-8AD4-504B07A0C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7693E-E3AD-7E22-0B62-E6906FDED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89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6792-CD8A-512B-D236-7DD65CED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B8A4-9933-816D-EFFC-A40033E05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EE011-5FF2-685F-22C0-BBA783284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370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C68D-330C-A71C-27A7-CAAAAE49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DD0D-CE48-6DB6-BD85-ADA34968D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C9A27-F36D-B4CF-852A-5BCAFE6BD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73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69DD-9940-1E10-41F7-B4608112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39A8-99A8-596C-DCEE-2C60B16733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2FB45-31B9-D5D7-DDDE-287D48722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598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941F-7F8E-810B-749C-A7774CCC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928C-002C-6CAA-1FF1-1DF47033B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84D45-5247-E810-93AB-4E43796D9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499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0854-1E45-FE3A-211E-4801A110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7ED6F-79DF-225F-7981-9A432AB63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F7934-A8DA-E313-C0CE-246CB9501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573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30D2-A3BC-3F03-76CB-4519958F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DD4D-5356-494B-4D0F-D0DAAAD045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C95F0-F6E3-8A23-1D14-2B7A9BAC8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228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7206-4851-1727-AE12-166E2CCD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6B8E-3666-27C7-5A8D-97D9235DA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E6646-AEE5-2B4C-B4A6-8F796D705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9996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1C8E-938A-8B34-1C84-CE24BD1C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162E-5F2F-7847-95A5-EDE8F1E84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5927E-63F0-E75E-41AD-CEEB45B63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16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26F1-89E0-60A3-A3D2-7359F76A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EDA3-3A27-CC33-C45F-4FD553B59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D3354-7FEA-2425-9F02-845FBC7671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974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3A00-1988-6CE6-4D2A-F06244F6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3EAF-5BAE-6D34-90B4-482D4BE98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DF443-D483-C615-EC10-23BCE2221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4521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1C02-B356-D3C1-D619-AE70FF641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B317-13C9-EE0B-EA02-06251D92E1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E4637-BC27-A83A-BBC1-9F0214259B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8879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13B0-BCFB-7E0B-8439-FE857275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AE12-E1C1-9CF9-EA62-2D3FEA753D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11148-400E-55D1-31E1-77A4CA8B7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3712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0C59-E423-3EDC-2147-30BEBB4C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153F-E4B9-A664-CDAD-6FF4538D7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9399-D2D5-EC6C-598F-3AB2DDB857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7194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CA2A-DC09-9273-5E4A-B162FD2A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818A-674C-BD51-3E89-DC4C9FA3B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2BC22-D241-8278-D2B2-06B7F3BBD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6975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8367-8816-2638-0EB3-28C9A6B4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5065-E7CA-FB1D-5F04-907397B16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33677-F38C-4D74-EF32-260348BD2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4009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631C-B9B5-F3F7-9686-A3C05E47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F08D-C8C7-3320-D48C-EEB103134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57777-1F73-FC0F-FDDF-1AAF5CDC65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8560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D398-F0C4-C69D-2A7D-FA35646F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F224-E627-1F73-0EBC-4DD3B5E54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EC9B3-16A3-6F7D-00FF-E2E50EB08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010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1FAE-D92D-58C9-2662-6CFB955B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ADEA-DB3C-0CEA-49A6-558A14644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674A9-404B-C022-2365-22A54C043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7366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6A97-624C-259B-5977-B91DB447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A356-4BF0-091F-BFF1-7FB70A53A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1D9E2-6E00-3BE9-BBC4-F373FDDB7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4734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310A-6AC9-19FC-8ED7-DA5FE217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A572-4B9D-3683-840E-8C9A73217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B85AA-BDC8-3FC8-675A-1505A82D53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835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4958-1A4E-1842-8AA5-B9708D7E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6619-A590-C9A2-E56A-46B07C8E7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7775C-FC8F-7174-BD2A-DB8CB8C67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6348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32A7-DAB9-C74D-D268-01E579D1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739F-2CC0-7D28-DC57-C3DB45F4C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99011-1810-1F5A-C2D9-57712FD44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1152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DA240-5573-DC02-DBEA-A6E4DEDE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7F1F-716E-C337-24BF-F097838818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6C64C-8C45-9DC7-4AD5-1918857649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2675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A4DA-386B-1D67-89CE-86709771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CA58-5E3C-90A1-49AA-52490749E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A3C71-E411-93A2-DEB5-E977E7E86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4964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A670-E4FB-B846-C243-46FDEC6B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2410-2341-EDDD-0E17-6C64BF87A4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D863E-813D-B448-A181-D9F1DB96C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612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1803-0D21-9346-D53A-4E8A0093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1BD4-4E40-2D8A-FC50-162690BF3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650D1-956A-1394-EE30-61BCA38DF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0709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9D4A-854E-325D-D532-9DADC41F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9C9C-F19E-394A-57DB-79A0FA708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1BDB3-610E-8DCC-93E9-668BC2C92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6850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2E61F-385E-281A-7F41-07D493E4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FDAD-F97D-8694-949F-5D641DE52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23FCE-A7A6-8E1A-442C-62BE1FC0B9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4916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880B2-B041-ED65-5773-6579978F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E1CE-CCD9-4545-0034-57DD37E433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5FEE6-8F52-037E-68BD-0ADA6E95CD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69989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D2DB-22E7-7259-7615-3AD08C3B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2E8A-5487-E1AD-7E4A-530994CFB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0D591-98B0-9106-6331-43A429E3E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4926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8B4F-CFAB-ACAA-AB62-AE03AEA3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31ED-9C47-9B53-8B62-69B917973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D14B3-B3C4-0D01-FC4C-BD41EA051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0985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8E0D-53A1-5CB5-96ED-F7675BC9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86CC-858F-22A2-FBB4-585E0F9F2F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72B1B-D948-E3AB-7357-DFC968CC0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1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D7D8-F0FB-F8E1-C344-8875B5AE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A06E-5BFC-0CE7-3B46-C1C5831B5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9FB65-F73E-F770-7F1F-2E4D76AEE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2629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9565-F666-CFDD-0649-13FC8AAD7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98C6-8F42-F828-A86A-7A518EF90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A9879-B863-45A3-20F1-CEB78B968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6342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3719-23CA-931F-7817-BD632438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C3D7-DD6A-0E88-72D8-598B1A7405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AF103-668C-B0F1-D517-DE4153BC2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5933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714A-45B0-D9FF-A764-3A3F8BD9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E053-F847-A521-CC0D-76072B2EDB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630D3-A2C3-04F4-CBCC-3549C4F70A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87791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0759-C744-F0DF-5022-5FEEC2E6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63BF-2D16-A9FC-A1E8-0E6F16C01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26E4F-9E46-7CC3-FC11-44F94CBA7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18828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2888-E501-F729-58B7-F4F1821D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FEFB-9853-507F-7B83-0C4A215EF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EC6D5-4857-B085-B8C3-B8CA2B8CDF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686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1A59-13F0-D5BA-0D10-87C899A0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E1F1-7EF0-EFA4-7D5B-EC5A47637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08942-4093-A707-E138-3F5408CF49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181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D287-A718-4172-D618-DD1B3171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ACFF-0169-3AB1-F0A1-5A0D950F9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0F337-E904-EBEC-14DE-2094CBC5D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5700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B749-3051-94D4-A848-585D8E61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0E54-41AA-CBE7-E094-91F9B17B0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9D7F9-341E-A270-2F25-621769F0F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8145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B629-F06C-FACB-8691-74FDD8E7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F7B2-3AD8-F658-C995-1B2B16AF24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E7E2F-C050-F844-8C95-DEB4AE1D6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691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43F6-CC76-B3EA-D231-A01AA1418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B9FF-88DA-7F4F-2C21-C4A936C999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F32B3-6A45-BD33-FD5A-E00FB1A3E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95747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D691-CB26-E575-ED5F-BEA17BD7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CFFE-74F9-6654-2EAD-CF0D71E1C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30463-CE0B-4BB3-52CF-713442339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289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Manh Hoang</dc:creator>
  <cp:lastModifiedBy>Manh Hoang</cp:lastModifiedBy>
  <cp:revision>1</cp:revision>
  <dcterms:created xsi:type="dcterms:W3CDTF">2025-11-11T13:29:54Z</dcterms:created>
  <dcterms:modified xsi:type="dcterms:W3CDTF">2025-11-11T13:30:28Z</dcterms:modified>
</cp:coreProperties>
</file>